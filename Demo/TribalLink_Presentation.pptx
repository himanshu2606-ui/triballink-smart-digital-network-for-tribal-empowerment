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AF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TribalLink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Smart Digital Network for Tribal Empowerment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🚨 The Challenge We're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❌ Tribal artisans lack digital market access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❌ Farmers have limited knowledge of modern techniques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❌ Digital divide in rural communities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❌ Limited knowledge sharing platforms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❌ 104 million tribal people in India • Only 15% have internet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💡 Introducing TribalLink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Digital marketplace for tribal products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AI-powered farming assistant (AgriHelp Bot)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Community connection platform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Mobile-responsive design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Easy to use (no technical skills needed)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Tagline: Connecting Communities. Creating Opportunities. Changing Lives.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✨ Platform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🏠 HOME PAGE - Welcome hub with project overview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🛍️ MARKETPLACE - Browse &amp; purchase tribal products (5+ categories)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🤖 AGRIHELP BOT - AI chatbot for farming assistance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📱 RESPONSIVE DESIGN - Works on smartphones, tablets, desktops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Supports: Crafts, Jewelry, Pottery, Agriculture, Furniture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🔧 How It Works - The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FRONTEND: HTML5, CSS3, JavaScript (Responsive, Interactive)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BACKEND: Python Flask, RESTful APIs, JSON Data Format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FEATURES: Error handling, CORS, XSS prevention, Real-time chat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DEPLOYMENT: Local Network (192.168.31.94:5000), Cloud-ready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SCALABLE: Designed for millions of users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🚀 Live Platform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STEP 1: HOME PAGE - Welcome message, features, statistics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STEP 2: MARKETPLACE - Browse products, apply filters (Crafts, Agriculture)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STEP 3: CHATBOT - Ask 'How to grow rice?' → Get farming tips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STEP 4: RESPONSIVENESS - Show mobile view (resize browser)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Interactive, real-time responses powered by backend APIs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👥 Meet Team TechTribe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👨‍💼 HIMANSHU CHOUDHARY - Project Lead &amp; Backend Developer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👨‍🎨 SHEKHAR KUMAR - UI/UX Designer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👨‍💻 AYUSH MANDAL - Documentation &amp; Quality Assurance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👨‍💼 ANKIT KUMAR GUPTA - Content &amp; Feature Development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Institution: Pemiya Rishikesh Institute of Technology • Competition: IDEA TRIBE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📊 Impact &amp; Growth Potential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CURRENT: 100+ artisans • 5+ categories • 24/7 AI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PHASE 2 (Q1 2026): 1,000+ artisans across 2-3 states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PHASE 3 (Q2 2026): Mobile app, multi-language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PHASE 4 (Q3 2026): National expansion, advanced AI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PHASE 5 (Q4 2026+): International reach • ₹10 crore annual volume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🌱 Creating Real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💰 ECONOMIC: ₹5,000-10,000 monthly income increase per artisan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👨‍👩‍👧‍👦 SOCIAL: Strengthen community, reduce brain drain to cities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🌿 ENVIRONMENTAL: Sustainable farming, eco-friendly handicrafts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UN SDGs: No Poverty, Zero Hunger, Quality Education, Decent 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Empowering 10,000+ artisans and reaching 1M+ farmers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🎯 Why TribalLink Stands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1. COMMUNITY-CENTRIC: Built specifically for tribal communities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2. INTEGRATED SOLUTION: Marketplace + Guidance + Community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3. LOW TECH BARRIER: Works on any phone, poor internet OK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4. SUSTAINABLE MODEL: Commission-based revenue (2-3%)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5. GOVERNMENT READY: Aligns with rural development initiatives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📅 Our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PHASE 1 (NOW): MVP complete, 100+ artisans, local launch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📌 PHASE 2 (Q1 2026): Payment gateway, 1,000+ artisans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📌 PHASE 3 (Q2 2026): Mobile app, multilingual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📌 PHASE 4 (Q3 2026): National expansion, advanced features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📌 PHASE 5 (Q4 2026+): International expansion, investment round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💼 Investment &amp; Resources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PHASE 1 (MVP): ₹5-10 lakhs ✓ COMPLETED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PHASE 2-3 Budget: ₹1.25-2.5 crores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USE OF FUNDS: Tech (40%), Team (30%), Marketing (20%), Operations (10%)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REVENUE: Commission on sales (2-3%), Premium features, Training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INVESTORS: Impact funds, Government grants, Corporate CSR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⚠️ Challenges &amp; Our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DIGITAL LITERACY → Simple interface + free training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POOR INTERNET → Offline features + low-bandwidth design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LIMITED BANKING → Multiple payment options (UPI, COD, bank)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ADOPTION RESISTANCE → Community ambassadors + partnerships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SUSTAINABILITY → Proven commission model + diversified revenue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🚀 How You Can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💰 FUNDING PARTNERS - Invest in sustainable impact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🤝 TECHNOLOGY PARTNERS - Cloud infrastructure, payment gateway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🌍 COMMUNITY PARTNERS - NGOs, tribal organizations, government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👥 TALENT - Developers, designers, content creators (we're hiring!)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📢 INDIVIDUALS - Share, use platform, refer artisans, give feedback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AF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🌍 Together, We Can Create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TribalLink: A digital ecosystem where tribal communities thrive.</a:t>
            </a:r>
          </a:p>
          <a:p>
            <a:r>
              <a:t>Preserving culture. Creating opportunity. Changing lives.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